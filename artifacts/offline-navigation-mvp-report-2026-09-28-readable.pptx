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1bdb5d92d4748" /><Relationship Type="http://schemas.openxmlformats.org/officeDocument/2006/relationships/extended-properties" Target="/docProps/app.xml" Id="Rdecef9ab32af44da" /><Relationship Type="http://schemas.openxmlformats.org/officeDocument/2006/relationships/officeDocument" Target="/ppt/presentation.xml" Id="Rba39e65816d940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e0bb52c0846a7"/>
  </p:sldMasterIdLst>
  <p:notesMasterIdLst>
    <p:notesMasterId xmlns:r="http://schemas.openxmlformats.org/officeDocument/2006/relationships" r:id="R3d7be73948224a5e"/>
  </p:notesMasterIdLst>
  <p:sldIdLst>
    <p:sldId xmlns:r="http://schemas.openxmlformats.org/officeDocument/2006/relationships" id="256" r:id="Rccd9b6ec7e384f6d"/>
    <p:sldId xmlns:r="http://schemas.openxmlformats.org/officeDocument/2006/relationships" id="257" r:id="R1e2d87713cf44be6"/>
    <p:sldId xmlns:r="http://schemas.openxmlformats.org/officeDocument/2006/relationships" id="258" r:id="Rcd42e0436d084c43"/>
    <p:sldId xmlns:r="http://schemas.openxmlformats.org/officeDocument/2006/relationships" id="259" r:id="Rb518dd0cda6f40a8"/>
    <p:sldId xmlns:r="http://schemas.openxmlformats.org/officeDocument/2006/relationships" id="260" r:id="Rf2fa1a98a2044c74"/>
    <p:sldId xmlns:r="http://schemas.openxmlformats.org/officeDocument/2006/relationships" id="261" r:id="R9a8741d78c7041b5"/>
    <p:sldId xmlns:r="http://schemas.openxmlformats.org/officeDocument/2006/relationships" id="262" r:id="Rffe7ec41496e4a75"/>
    <p:sldId xmlns:r="http://schemas.openxmlformats.org/officeDocument/2006/relationships" id="263" r:id="R737b4a605ab64126"/>
    <p:sldId xmlns:r="http://schemas.openxmlformats.org/officeDocument/2006/relationships" id="264" r:id="Rab16b9673fe94d4f"/>
    <p:sldId xmlns:r="http://schemas.openxmlformats.org/officeDocument/2006/relationships" id="265" r:id="R966e39d21d9f4fbb"/>
    <p:sldId xmlns:r="http://schemas.openxmlformats.org/officeDocument/2006/relationships" id="266" r:id="Rd39c92ec5dcb42fc"/>
    <p:sldId xmlns:r="http://schemas.openxmlformats.org/officeDocument/2006/relationships" id="267" r:id="Rf88f81fc5af9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5b0ede38e4ad5" /><Relationship Type="http://schemas.openxmlformats.org/officeDocument/2006/relationships/slideMaster" Target="/ppt/slideMasters/slideMaster1.xml" Id="R1aae0bb52c0846a7" /><Relationship Type="http://schemas.openxmlformats.org/officeDocument/2006/relationships/notesMaster" Target="/ppt/notesMasters/notesMaster1.xml" Id="R3d7be73948224a5e" /><Relationship Type="http://schemas.openxmlformats.org/officeDocument/2006/relationships/presProps" Target="/ppt/presProps.xml" Id="R2ce77a4702044722" /><Relationship Type="http://schemas.openxmlformats.org/officeDocument/2006/relationships/viewProps" Target="/ppt/viewProps.xml" Id="R9d5d4e3719084933" /><Relationship Type="http://schemas.openxmlformats.org/officeDocument/2006/relationships/tableStyles" Target="/ppt/tableStyles.xml" Id="Re6779b0ddff84f3e" /><Relationship Type="http://schemas.openxmlformats.org/officeDocument/2006/relationships/slide" Target="/ppt/slides/slide1.xml" Id="Rccd9b6ec7e384f6d" /><Relationship Type="http://schemas.openxmlformats.org/officeDocument/2006/relationships/slide" Target="/ppt/slides/slide2.xml" Id="R1e2d87713cf44be6" /><Relationship Type="http://schemas.openxmlformats.org/officeDocument/2006/relationships/slide" Target="/ppt/slides/slide3.xml" Id="Rcd42e0436d084c43" /><Relationship Type="http://schemas.openxmlformats.org/officeDocument/2006/relationships/slide" Target="/ppt/slides/slide4.xml" Id="Rb518dd0cda6f40a8" /><Relationship Type="http://schemas.openxmlformats.org/officeDocument/2006/relationships/slide" Target="/ppt/slides/slide5.xml" Id="Rf2fa1a98a2044c74" /><Relationship Type="http://schemas.openxmlformats.org/officeDocument/2006/relationships/slide" Target="/ppt/slides/slide6.xml" Id="R9a8741d78c7041b5" /><Relationship Type="http://schemas.openxmlformats.org/officeDocument/2006/relationships/slide" Target="/ppt/slides/slide7.xml" Id="Rffe7ec41496e4a75" /><Relationship Type="http://schemas.openxmlformats.org/officeDocument/2006/relationships/slide" Target="/ppt/slides/slide8.xml" Id="R737b4a605ab64126" /><Relationship Type="http://schemas.openxmlformats.org/officeDocument/2006/relationships/slide" Target="/ppt/slides/slide9.xml" Id="Rab16b9673fe94d4f" /><Relationship Type="http://schemas.openxmlformats.org/officeDocument/2006/relationships/slide" Target="/ppt/slides/slide10.xml" Id="R966e39d21d9f4fbb" /><Relationship Type="http://schemas.openxmlformats.org/officeDocument/2006/relationships/slide" Target="/ppt/slides/slide11.xml" Id="Rd39c92ec5dcb42fc" /><Relationship Type="http://schemas.openxmlformats.org/officeDocument/2006/relationships/slide" Target="/ppt/slides/slide12.xml" Id="Rf88f81fc5af9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b3633c453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d12087c0f472f" /><Relationship Type="http://schemas.openxmlformats.org/officeDocument/2006/relationships/notesMaster" Target="/ppt/notesMasters/notesMaster1.xml" Id="R822319e59e5941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cff5b37fb4f7e" /><Relationship Type="http://schemas.openxmlformats.org/officeDocument/2006/relationships/notesMaster" Target="/ppt/notesMasters/notesMaster1.xml" Id="Rf776ccc24b2f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5d2dd0d224846" /><Relationship Type="http://schemas.openxmlformats.org/officeDocument/2006/relationships/notesMaster" Target="/ppt/notesMasters/notesMaster1.xml" Id="R76af831e635e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29e68d836a45f3" /><Relationship Type="http://schemas.openxmlformats.org/officeDocument/2006/relationships/notesMaster" Target="/ppt/notesMasters/notesMaster1.xml" Id="Rcd02740182d54a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516933aac8459d" /><Relationship Type="http://schemas.openxmlformats.org/officeDocument/2006/relationships/notesMaster" Target="/ppt/notesMasters/notesMaster1.xml" Id="R6d224a10316e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1642c5b4a84430" /><Relationship Type="http://schemas.openxmlformats.org/officeDocument/2006/relationships/notesMaster" Target="/ppt/notesMasters/notesMaster1.xml" Id="R7ea7c2d2c97b4f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3c9dda7d9549b5" /><Relationship Type="http://schemas.openxmlformats.org/officeDocument/2006/relationships/notesMaster" Target="/ppt/notesMasters/notesMaster1.xml" Id="R3d9aa686b1e044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1e4967055c419f" /><Relationship Type="http://schemas.openxmlformats.org/officeDocument/2006/relationships/notesMaster" Target="/ppt/notesMasters/notesMaster1.xml" Id="R2e6e55bc817747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6fdf8c4064a96" /><Relationship Type="http://schemas.openxmlformats.org/officeDocument/2006/relationships/notesMaster" Target="/ppt/notesMasters/notesMaster1.xml" Id="R76852813ba4f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f34855ba44797" /><Relationship Type="http://schemas.openxmlformats.org/officeDocument/2006/relationships/notesMaster" Target="/ppt/notesMasters/notesMaster1.xml" Id="Rcb0acf6245ff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58fe269b064c85" /><Relationship Type="http://schemas.openxmlformats.org/officeDocument/2006/relationships/notesMaster" Target="/ppt/notesMasters/notesMaster1.xml" Id="R22b98f1b69ff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1971ee530742b5" /><Relationship Type="http://schemas.openxmlformats.org/officeDocument/2006/relationships/notesMaster" Target="/ppt/notesMasters/notesMaster1.xml" Id="R8f01cadc56ca46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开源参考：</a:t>
            </a:r>
          </a:p>
          <a:p xmlns:a="http://schemas.openxmlformats.org/drawingml/2006/main">
            <a:r>
              <a:t>OSRM https://github.com/Project-OSRM/osrm-backend</a:t>
            </a:r>
          </a:p>
          <a:p xmlns:a="http://schemas.openxmlformats.org/drawingml/2006/main">
            <a:r>
              <a:t>MapLibre GL JS https://github.com/maplibre/maplibre-gl-js</a:t>
            </a:r>
          </a:p>
          <a:p xmlns:a="http://schemas.openxmlformats.org/drawingml/2006/main">
            <a:r>
              <a:t>FastAPI https://github.com/fastapi/fastapi</a:t>
            </a:r>
          </a:p>
          <a:p xmlns:a="http://schemas.openxmlformats.org/drawingml/2006/main"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f253b27e6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8523c29e864c37" /><Relationship Type="http://schemas.openxmlformats.org/officeDocument/2006/relationships/slideLayout" Target="/ppt/slideLayouts/slideLayout1.xml" Id="R979901ba3e7948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901ba3e7948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19f936be94605" /><Relationship Type="http://schemas.openxmlformats.org/officeDocument/2006/relationships/notesSlide" Target="/ppt/notesSlides/notesSlide1.xml" Id="Reda61d09046145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fdaa796541be" /><Relationship Type="http://schemas.openxmlformats.org/officeDocument/2006/relationships/notesSlide" Target="/ppt/notesSlides/notesSlide2.xml" Id="R4a0c10ee5ecc46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9633357e94740" /><Relationship Type="http://schemas.openxmlformats.org/officeDocument/2006/relationships/notesSlide" Target="/ppt/notesSlides/notesSlide3.xml" Id="R27d8bc143a444f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3a0a35e7546b7" /><Relationship Type="http://schemas.openxmlformats.org/officeDocument/2006/relationships/notesSlide" Target="/ppt/notesSlides/notesSlide4.xml" Id="R44739352fc7b4b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ac0daca5041fe" /><Relationship Type="http://schemas.openxmlformats.org/officeDocument/2006/relationships/notesSlide" Target="/ppt/notesSlides/notesSlide5.xml" Id="R01e4e7b0ca3d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db89a411c4e10" /><Relationship Type="http://schemas.openxmlformats.org/officeDocument/2006/relationships/notesSlide" Target="/ppt/notesSlides/notesSlide6.xml" Id="R6b04f4a9ea95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48a21ba7c4a15" /><Relationship Type="http://schemas.openxmlformats.org/officeDocument/2006/relationships/image" Target="/ppt/media/image.png" Id="R7dc711073fca4084" /><Relationship Type="http://schemas.openxmlformats.org/officeDocument/2006/relationships/notesSlide" Target="/ppt/notesSlides/notesSlide7.xml" Id="R1c59a419de804e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6945bd44daa" /><Relationship Type="http://schemas.openxmlformats.org/officeDocument/2006/relationships/notesSlide" Target="/ppt/notesSlides/notesSlide8.xml" Id="R734f4fc54560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acafd867d4024" /><Relationship Type="http://schemas.openxmlformats.org/officeDocument/2006/relationships/notesSlide" Target="/ppt/notesSlides/notesSlide9.xml" Id="Rd1028737918a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f9508e09048f1" /><Relationship Type="http://schemas.openxmlformats.org/officeDocument/2006/relationships/notesSlide" Target="/ppt/notesSlides/notesSlide10.xml" Id="Rb070ed36c23b44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4268abf346ae" /><Relationship Type="http://schemas.openxmlformats.org/officeDocument/2006/relationships/notesSlide" Target="/ppt/notesSlides/notesSlide11.xml" Id="Rc4672451b41b4d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dbe3ffb13489f" /><Relationship Type="http://schemas.openxmlformats.org/officeDocument/2006/relationships/notesSlide" Target="/ppt/notesSlides/notesSlide12.xml" Id="R1cf9a0a0d0174e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5ABC57-7386-434A-A9CD-3D0762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5448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</a:t>
            </a: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/ AR-HUD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291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直线连接符 34">
            <a:extLst xmlns:a="http://schemas.openxmlformats.org/drawingml/2006/main"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91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36" name="直线连接符 35">
            <a:extLst xmlns:a="http://schemas.openxmlformats.org/drawingml/2006/main"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1A5069E-DD1C-4BDA-A2FD-F263CF5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7D922FB-1273-4399-A1D8-A39A5B7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591B3FE-8A79-48A4-9455-4EB6F27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085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GeoJSON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降低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MVP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2400" b="1">
              <a:solidFill>
                <a:srgbClr val="071B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GeoJSON；更大范围与高缩放级别转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  <p:pic>
        <p:nvPicPr>
          <p:cNvPr id="4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711073fca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41" y="2076929"/>
            <a:ext cx="5435009" cy="2913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直线连接符 12">
            <a:extLst xmlns:a="http://schemas.openxmlformats.org/drawingml/2006/main"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774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41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直线连接符 22">
            <a:extLst xmlns:a="http://schemas.openxmlformats.org/drawingml/2006/main"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4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85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直线连接符 15">
            <a:extLst xmlns:a="http://schemas.openxmlformats.org/drawingml/2006/main"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85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0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8127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148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8096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272"/>
          </a:solidFill>
          <a:ln xmlns:a="http://schemas.openxmlformats.org/drawingml/2006/main" w="0">
            <a:noFill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2026-09-28T15:40:59.9140000Z</dcterms:created>
  <dcterms:modified xsi:type="dcterms:W3CDTF">2026-09-28T15:40:59.9140000Z</dcterms:modified>
</coreProperties>
</file>